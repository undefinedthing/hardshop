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sldIdLst>
    <p:sldId id="256" r:id="rId2"/>
    <p:sldId id="257" r:id="rId3"/>
    <p:sldId id="258" r:id="rId4"/>
    <p:sldId id="259" r:id="rId5"/>
    <p:sldId id="260"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fr-FR"/>
              <a:t>Modifiez le style du titre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B2DC25EE-239B-4C5F-AAD1-255A7D5F1EE2}" type="slidenum">
              <a:rPr lang="en-US" smtClean="0"/>
              <a:t>‹N°›</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8669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96381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fr-FR"/>
              <a:t>Modifiez le style du titre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‹N°›</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283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02AC24A9-CCB6-4F8D-B8DB-C2F3692CFA5A}"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840995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02AC24A9-CCB6-4F8D-B8DB-C2F3692CFA5A}" type="datetimeFigureOut">
              <a:rPr lang="en-US" smtClean="0"/>
              <a:t>5/4/2020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DC25EE-239B-4C5F-AAD1-255A7D5F1EE2}" type="slidenum">
              <a:rPr lang="en-US" smtClean="0"/>
              <a:t>‹N°›</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5219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02AC24A9-CCB6-4F8D-B8DB-C2F3692CFA5A}" type="datetimeFigureOut">
              <a:rPr lang="en-US" smtClean="0"/>
              <a:t>5/4/2020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DC25EE-239B-4C5F-AAD1-255A7D5F1EE2}" type="slidenum">
              <a:rPr lang="en-US" smtClean="0"/>
              <a:t>‹N°›</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7151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AC24A9-CCB6-4F8D-B8DB-C2F3692CFA5A}" type="datetimeFigureOut">
              <a:rPr lang="en-US" smtClean="0"/>
              <a:t>5/4/2020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142328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fr-FR"/>
              <a:t>Modifiez le style du titre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2AC24A9-CCB6-4F8D-B8DB-C2F3692CFA5A}"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‹N°›</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84365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fr-FR"/>
              <a:t>Modifiez le style du titre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2AC24A9-CCB6-4F8D-B8DB-C2F3692CFA5A}"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1543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2AC24A9-CCB6-4F8D-B8DB-C2F3692CFA5A}" type="datetimeFigureOut">
              <a:rPr lang="en-US" smtClean="0"/>
              <a:t>5/4/2020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236450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‹N°›</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0473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‹N°›</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1045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522925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‹N°›</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6204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‹N°›</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53315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‹N°›</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98958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02AC24A9-CCB6-4F8D-B8DB-C2F3692CFA5A}" type="datetimeFigureOut">
              <a:rPr lang="en-US" smtClean="0"/>
              <a:t>5/4/2020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DC25EE-239B-4C5F-AAD1-255A7D5F1EE2}" type="slidenum">
              <a:rPr lang="en-US" smtClean="0"/>
              <a:t>‹N°›</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01033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AC24A9-CCB6-4F8D-B8DB-C2F3692CFA5A}" type="datetimeFigureOut">
              <a:rPr lang="en-US" smtClean="0"/>
              <a:t>5/4/2020</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3723457922"/>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4" name="Picture 3" descr="Une image contenant eau, en bois, joueur, boule&#10;&#10;Description générée automatiquement">
            <a:extLst>
              <a:ext uri="{FF2B5EF4-FFF2-40B4-BE49-F238E27FC236}">
                <a16:creationId xmlns:a16="http://schemas.microsoft.com/office/drawing/2014/main" id="{20F242C9-4E5B-41EF-AFCC-C74A3579925E}"/>
              </a:ext>
            </a:extLst>
          </p:cNvPr>
          <p:cNvPicPr>
            <a:picLocks noChangeAspect="1"/>
          </p:cNvPicPr>
          <p:nvPr/>
        </p:nvPicPr>
        <p:blipFill rotWithShape="1">
          <a:blip r:embed="rId3"/>
          <a:srcRect t="7865" b="7865"/>
          <a:stretch/>
        </p:blipFill>
        <p:spPr>
          <a:xfrm>
            <a:off x="20" y="10"/>
            <a:ext cx="12191980" cy="6857990"/>
          </a:xfrm>
          <a:prstGeom prst="rect">
            <a:avLst/>
          </a:prstGeom>
        </p:spPr>
      </p:pic>
      <p:sp>
        <p:nvSpPr>
          <p:cNvPr id="6" name="Rectangle 8">
            <a:extLst>
              <a:ext uri="{FF2B5EF4-FFF2-40B4-BE49-F238E27FC236}">
                <a16:creationId xmlns:a16="http://schemas.microsoft.com/office/drawing/2014/main" id="{C9D262D4-AE8B-4620-949A-609FC366FC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2616" y="1411015"/>
            <a:ext cx="7808159" cy="4103960"/>
          </a:xfrm>
          <a:prstGeom prst="rect">
            <a:avLst/>
          </a:prstGeom>
          <a:blipFill dpi="0" rotWithShape="1">
            <a:blip r:embed="rId4">
              <a:alphaModFix amt="86000"/>
              <a:duotone>
                <a:schemeClr val="bg2">
                  <a:shade val="45000"/>
                  <a:satMod val="135000"/>
                </a:schemeClr>
                <a:prstClr val="white"/>
              </a:duotone>
            </a:blip>
            <a:srcRect/>
            <a:tile tx="0" ty="0" sx="90000" sy="100000" flip="none" algn="ctr"/>
          </a:blipFill>
          <a:ln>
            <a:noFill/>
          </a:ln>
          <a:effectLst>
            <a:outerShdw blurRad="114300" dist="127000" dir="5400000" sx="99000" sy="99000" algn="t" rotWithShape="0">
              <a:prstClr val="black">
                <a:alpha val="40000"/>
              </a:prstClr>
            </a:outerShdw>
          </a:effectLst>
          <a:scene3d>
            <a:camera prst="orthographicFront"/>
            <a:lightRig rig="twoPt" dir="t"/>
          </a:scene3d>
          <a:sp3d contourW="6350">
            <a:bevelT w="12700" h="0" prst="coolSlant"/>
            <a:contourClr>
              <a:schemeClr val="bg2"/>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0">
            <a:extLst>
              <a:ext uri="{FF2B5EF4-FFF2-40B4-BE49-F238E27FC236}">
                <a16:creationId xmlns:a16="http://schemas.microsoft.com/office/drawing/2014/main" id="{3605853C-E63A-49E2-84A4-4B7DD77A56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grpSp>
        <p:nvGrpSpPr>
          <p:cNvPr id="8" name="Group 12">
            <a:extLst>
              <a:ext uri="{FF2B5EF4-FFF2-40B4-BE49-F238E27FC236}">
                <a16:creationId xmlns:a16="http://schemas.microsoft.com/office/drawing/2014/main" id="{9500549F-5B68-400C-A605-BDF102BDBB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3631"/>
            <a:ext cx="12231160" cy="659658"/>
            <a:chOff x="-16934" y="3123631"/>
            <a:chExt cx="12231160" cy="659658"/>
          </a:xfrm>
        </p:grpSpPr>
        <p:sp>
          <p:nvSpPr>
            <p:cNvPr id="14" name="Rounded Rectangle 17">
              <a:extLst>
                <a:ext uri="{FF2B5EF4-FFF2-40B4-BE49-F238E27FC236}">
                  <a16:creationId xmlns:a16="http://schemas.microsoft.com/office/drawing/2014/main" id="{CE12C213-76C6-4953-849D-69BD0C0740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430976" y="312363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14">
              <a:extLst>
                <a:ext uri="{FF2B5EF4-FFF2-40B4-BE49-F238E27FC236}">
                  <a16:creationId xmlns:a16="http://schemas.microsoft.com/office/drawing/2014/main" id="{85D5C439-F0A9-41AB-BF38-FB38EB00B7C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6934" y="3145536"/>
              <a:ext cx="2478024" cy="612648"/>
            </a:xfrm>
            <a:prstGeom prst="rect">
              <a:avLst/>
            </a:prstGeom>
          </p:spPr>
        </p:pic>
        <p:sp>
          <p:nvSpPr>
            <p:cNvPr id="16" name="Rounded Rectangle 20">
              <a:extLst>
                <a:ext uri="{FF2B5EF4-FFF2-40B4-BE49-F238E27FC236}">
                  <a16:creationId xmlns:a16="http://schemas.microsoft.com/office/drawing/2014/main" id="{CE714C63-2EB2-4CE0-8982-994E7A37AA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17803" y="3124921"/>
              <a:ext cx="45720" cy="658368"/>
            </a:xfrm>
            <a:prstGeom prst="roundRect">
              <a:avLst>
                <a:gd name="adj" fmla="val 50000"/>
              </a:avLst>
            </a:prstGeom>
            <a:solidFill>
              <a:schemeClr val="tx2">
                <a:alpha val="55000"/>
              </a:schemeClr>
            </a:solidFill>
            <a:ln w="9525">
              <a:noFill/>
            </a:ln>
            <a:effectLst>
              <a:innerShdw blurRad="114300">
                <a:prstClr val="black">
                  <a:alpha val="48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CE568286-7D0B-4E62-BC33-A99A0FD743D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9736202" y="3145536"/>
              <a:ext cx="2478024" cy="612648"/>
            </a:xfrm>
            <a:prstGeom prst="rect">
              <a:avLst/>
            </a:prstGeom>
          </p:spPr>
        </p:pic>
      </p:grpSp>
      <p:sp>
        <p:nvSpPr>
          <p:cNvPr id="2" name="Titre 1">
            <a:extLst>
              <a:ext uri="{FF2B5EF4-FFF2-40B4-BE49-F238E27FC236}">
                <a16:creationId xmlns:a16="http://schemas.microsoft.com/office/drawing/2014/main" id="{6D269D74-6300-4AE0-8E41-ECFA72A6027E}"/>
              </a:ext>
            </a:extLst>
          </p:cNvPr>
          <p:cNvSpPr>
            <a:spLocks noGrp="1"/>
          </p:cNvSpPr>
          <p:nvPr>
            <p:ph type="ctrTitle"/>
          </p:nvPr>
        </p:nvSpPr>
        <p:spPr>
          <a:xfrm>
            <a:off x="2692398" y="1871131"/>
            <a:ext cx="6815669" cy="1515533"/>
          </a:xfrm>
        </p:spPr>
        <p:txBody>
          <a:bodyPr>
            <a:normAutofit/>
          </a:bodyPr>
          <a:lstStyle/>
          <a:p>
            <a:r>
              <a:rPr lang="fr-FR" dirty="0"/>
              <a:t>Projet ORM/API</a:t>
            </a:r>
          </a:p>
        </p:txBody>
      </p:sp>
      <p:sp>
        <p:nvSpPr>
          <p:cNvPr id="3" name="Sous-titre 2">
            <a:extLst>
              <a:ext uri="{FF2B5EF4-FFF2-40B4-BE49-F238E27FC236}">
                <a16:creationId xmlns:a16="http://schemas.microsoft.com/office/drawing/2014/main" id="{4D34EC3A-67D8-4897-8D4D-29BCA1B5CE17}"/>
              </a:ext>
            </a:extLst>
          </p:cNvPr>
          <p:cNvSpPr>
            <a:spLocks noGrp="1"/>
          </p:cNvSpPr>
          <p:nvPr>
            <p:ph type="subTitle" idx="1"/>
          </p:nvPr>
        </p:nvSpPr>
        <p:spPr>
          <a:xfrm>
            <a:off x="2688165" y="4261907"/>
            <a:ext cx="6815669" cy="1320802"/>
          </a:xfrm>
        </p:spPr>
        <p:txBody>
          <a:bodyPr>
            <a:normAutofit/>
          </a:bodyPr>
          <a:lstStyle/>
          <a:p>
            <a:r>
              <a:rPr lang="fr-FR" dirty="0"/>
              <a:t>Vous est présenté par PETIT Martin et CHAMBAUD Mathieu</a:t>
            </a:r>
          </a:p>
        </p:txBody>
      </p:sp>
      <p:cxnSp>
        <p:nvCxnSpPr>
          <p:cNvPr id="19" name="Straight Connector 18">
            <a:extLst>
              <a:ext uri="{FF2B5EF4-FFF2-40B4-BE49-F238E27FC236}">
                <a16:creationId xmlns:a16="http://schemas.microsoft.com/office/drawing/2014/main" id="{1E22DAF0-5C05-4D01-A6C7-2832665773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645183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46C49E7-0300-4EA1-9158-CC4F4FACF9D5}"/>
              </a:ext>
            </a:extLst>
          </p:cNvPr>
          <p:cNvSpPr>
            <a:spLocks noGrp="1"/>
          </p:cNvSpPr>
          <p:nvPr>
            <p:ph type="title"/>
          </p:nvPr>
        </p:nvSpPr>
        <p:spPr/>
        <p:txBody>
          <a:bodyPr/>
          <a:lstStyle/>
          <a:p>
            <a:r>
              <a:rPr lang="fr-FR" dirty="0"/>
              <a:t>Sommaire</a:t>
            </a:r>
          </a:p>
        </p:txBody>
      </p:sp>
      <p:sp>
        <p:nvSpPr>
          <p:cNvPr id="3" name="Espace réservé du contenu 2">
            <a:extLst>
              <a:ext uri="{FF2B5EF4-FFF2-40B4-BE49-F238E27FC236}">
                <a16:creationId xmlns:a16="http://schemas.microsoft.com/office/drawing/2014/main" id="{570CE940-DE0F-4ECA-AC98-23B80C8536D5}"/>
              </a:ext>
            </a:extLst>
          </p:cNvPr>
          <p:cNvSpPr>
            <a:spLocks noGrp="1"/>
          </p:cNvSpPr>
          <p:nvPr>
            <p:ph idx="1"/>
          </p:nvPr>
        </p:nvSpPr>
        <p:spPr/>
        <p:txBody>
          <a:bodyPr/>
          <a:lstStyle/>
          <a:p>
            <a:r>
              <a:rPr lang="fr-FR" dirty="0"/>
              <a:t>Description du projet </a:t>
            </a:r>
          </a:p>
          <a:p>
            <a:r>
              <a:rPr lang="fr-FR" dirty="0"/>
              <a:t>Technos employées</a:t>
            </a:r>
          </a:p>
          <a:p>
            <a:r>
              <a:rPr lang="fr-FR" dirty="0"/>
              <a:t>Problèmes rencontrés</a:t>
            </a:r>
          </a:p>
          <a:p>
            <a:r>
              <a:rPr lang="fr-FR" dirty="0"/>
              <a:t>Démonstration</a:t>
            </a:r>
          </a:p>
        </p:txBody>
      </p:sp>
    </p:spTree>
    <p:extLst>
      <p:ext uri="{BB962C8B-B14F-4D97-AF65-F5344CB8AC3E}">
        <p14:creationId xmlns:p14="http://schemas.microsoft.com/office/powerpoint/2010/main" val="492914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878D9A-77BE-4701-AE3D-EEFC53CD5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43BE08-0ED1-4B73-AC6D-B7E26A59C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4663" y="469900"/>
            <a:ext cx="3695002" cy="59182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56B2094-7FC0-45FC-BFED-3CB88CEE63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668" y="635508"/>
            <a:ext cx="3364992" cy="5586984"/>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sp>
        <p:nvSpPr>
          <p:cNvPr id="2" name="Titre 1">
            <a:extLst>
              <a:ext uri="{FF2B5EF4-FFF2-40B4-BE49-F238E27FC236}">
                <a16:creationId xmlns:a16="http://schemas.microsoft.com/office/drawing/2014/main" id="{29332419-E254-47AD-B4CE-6A03D2F3CE82}"/>
              </a:ext>
            </a:extLst>
          </p:cNvPr>
          <p:cNvSpPr>
            <a:spLocks noGrp="1"/>
          </p:cNvSpPr>
          <p:nvPr>
            <p:ph type="title"/>
          </p:nvPr>
        </p:nvSpPr>
        <p:spPr>
          <a:xfrm>
            <a:off x="952108" y="954756"/>
            <a:ext cx="2730414" cy="4946003"/>
          </a:xfrm>
        </p:spPr>
        <p:txBody>
          <a:bodyPr>
            <a:normAutofit/>
          </a:bodyPr>
          <a:lstStyle/>
          <a:p>
            <a:r>
              <a:rPr lang="fr-FR" dirty="0">
                <a:solidFill>
                  <a:srgbClr val="FFFFFF"/>
                </a:solidFill>
              </a:rPr>
              <a:t>Description du projet</a:t>
            </a:r>
          </a:p>
        </p:txBody>
      </p:sp>
      <p:sp>
        <p:nvSpPr>
          <p:cNvPr id="14" name="Rectangle 13">
            <a:extLst>
              <a:ext uri="{FF2B5EF4-FFF2-40B4-BE49-F238E27FC236}">
                <a16:creationId xmlns:a16="http://schemas.microsoft.com/office/drawing/2014/main" id="{07A4B640-BB7F-4272-A710-068DBA9F9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0"/>
            <a:ext cx="7537704" cy="6858000"/>
          </a:xfrm>
          <a:prstGeom prst="rect">
            <a:avLst/>
          </a:prstGeom>
          <a:gradFill>
            <a:gsLst>
              <a:gs pos="0">
                <a:schemeClr val="bg1"/>
              </a:gs>
              <a:gs pos="30000">
                <a:schemeClr val="bg1"/>
              </a:gs>
              <a:gs pos="61000">
                <a:schemeClr val="bg2">
                  <a:lumMod val="20000"/>
                  <a:lumOff val="80000"/>
                </a:schemeClr>
              </a:gs>
              <a:gs pos="97000">
                <a:schemeClr val="bg2">
                  <a:lumMod val="70000"/>
                  <a:lumOff val="30000"/>
                </a:schemeClr>
              </a:gs>
            </a:gsLst>
            <a:path path="circle">
              <a:fillToRect l="50000" t="50000" r="50000" b="50000"/>
            </a:path>
          </a:gradFill>
          <a:ln>
            <a:noFill/>
          </a:ln>
          <a:effectLst>
            <a:innerShdw blurRad="63500" dist="50800" dir="108000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EAF67853-3597-460A-99FB-9F24FBE9AC29}"/>
              </a:ext>
            </a:extLst>
          </p:cNvPr>
          <p:cNvSpPr>
            <a:spLocks noGrp="1"/>
          </p:cNvSpPr>
          <p:nvPr>
            <p:ph idx="1"/>
          </p:nvPr>
        </p:nvSpPr>
        <p:spPr>
          <a:xfrm>
            <a:off x="5140934" y="469900"/>
            <a:ext cx="5953630" cy="5405968"/>
          </a:xfrm>
        </p:spPr>
        <p:txBody>
          <a:bodyPr anchor="ctr">
            <a:normAutofit/>
          </a:bodyPr>
          <a:lstStyle/>
          <a:p>
            <a:r>
              <a:rPr lang="fr-FR" dirty="0"/>
              <a:t>Le but de ce projet est de faire un site de vente Hardware. Ce site combinera les derniers produits du moment, des configurations réalisées par les utilisateurs et l’équipe ainsi que les news sur les dernières avancées technologiques.</a:t>
            </a:r>
          </a:p>
        </p:txBody>
      </p:sp>
    </p:spTree>
    <p:extLst>
      <p:ext uri="{BB962C8B-B14F-4D97-AF65-F5344CB8AC3E}">
        <p14:creationId xmlns:p14="http://schemas.microsoft.com/office/powerpoint/2010/main" val="758198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11FACCD-8B95-4879-B20F-26F41E8BC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9B2A7AA-2C45-40F0-B861-4EB9AA9F6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accent1"/>
          </a:solidFill>
          <a:ln>
            <a:noFill/>
          </a:ln>
          <a:effectLst>
            <a:innerShdw blurRad="63500" dist="50800">
              <a:prstClr val="black">
                <a:alpha val="35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E31A7B18-5995-40D5-BEC4-A720F4677C22}"/>
              </a:ext>
            </a:extLst>
          </p:cNvPr>
          <p:cNvSpPr>
            <a:spLocks noGrp="1"/>
          </p:cNvSpPr>
          <p:nvPr>
            <p:ph type="title"/>
          </p:nvPr>
        </p:nvSpPr>
        <p:spPr>
          <a:xfrm>
            <a:off x="640080" y="635508"/>
            <a:ext cx="3354470" cy="5586984"/>
          </a:xfrm>
        </p:spPr>
        <p:txBody>
          <a:bodyPr>
            <a:normAutofit/>
          </a:bodyPr>
          <a:lstStyle/>
          <a:p>
            <a:r>
              <a:rPr lang="fr-FR" sz="4800" dirty="0">
                <a:solidFill>
                  <a:srgbClr val="FFFFFF"/>
                </a:solidFill>
              </a:rPr>
              <a:t>Technos employées</a:t>
            </a:r>
          </a:p>
        </p:txBody>
      </p:sp>
      <p:sp>
        <p:nvSpPr>
          <p:cNvPr id="12" name="Rectangle 11">
            <a:extLst>
              <a:ext uri="{FF2B5EF4-FFF2-40B4-BE49-F238E27FC236}">
                <a16:creationId xmlns:a16="http://schemas.microsoft.com/office/drawing/2014/main" id="{3CE3689C-E8F8-4542-8800-E68B764AF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746" y="0"/>
            <a:ext cx="7537704" cy="6858000"/>
          </a:xfrm>
          <a:prstGeom prst="rect">
            <a:avLst/>
          </a:prstGeom>
          <a:solidFill>
            <a:schemeClr val="tx2">
              <a:lumMod val="90000"/>
              <a:lumOff val="10000"/>
            </a:schemeClr>
          </a:solidFill>
          <a:ln>
            <a:noFill/>
          </a:ln>
          <a:effectLst>
            <a:outerShdw blurRad="50800" dist="38100" dir="5400000" algn="t" rotWithShape="0">
              <a:prstClr val="black">
                <a:alpha val="40000"/>
              </a:prstClr>
            </a:outerShdw>
          </a:effectLst>
          <a:scene3d>
            <a:camera prst="orthographicFront"/>
            <a:lightRig rig="balanced" dir="t"/>
          </a:scene3d>
          <a:sp3d>
            <a:bevelT w="635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34070E4E-9627-4993-96DC-2E9497A6EA09}"/>
              </a:ext>
            </a:extLst>
          </p:cNvPr>
          <p:cNvSpPr>
            <a:spLocks noGrp="1"/>
          </p:cNvSpPr>
          <p:nvPr>
            <p:ph idx="1"/>
          </p:nvPr>
        </p:nvSpPr>
        <p:spPr>
          <a:xfrm>
            <a:off x="5456262" y="793889"/>
            <a:ext cx="5935673" cy="5174774"/>
          </a:xfrm>
        </p:spPr>
        <p:txBody>
          <a:bodyPr anchor="ctr">
            <a:normAutofit/>
          </a:bodyPr>
          <a:lstStyle/>
          <a:p>
            <a:r>
              <a:rPr lang="fr-FR" sz="2200" dirty="0">
                <a:solidFill>
                  <a:schemeClr val="bg1"/>
                </a:solidFill>
              </a:rPr>
              <a:t>Front : REACTJS</a:t>
            </a:r>
          </a:p>
          <a:p>
            <a:r>
              <a:rPr lang="fr-FR" sz="2200" dirty="0">
                <a:solidFill>
                  <a:schemeClr val="bg1"/>
                </a:solidFill>
              </a:rPr>
              <a:t>Back : </a:t>
            </a:r>
            <a:r>
              <a:rPr lang="fr-FR" sz="2200" dirty="0" err="1">
                <a:solidFill>
                  <a:schemeClr val="bg1"/>
                </a:solidFill>
              </a:rPr>
              <a:t>ExpressJS</a:t>
            </a:r>
            <a:r>
              <a:rPr lang="fr-FR" sz="2200" dirty="0">
                <a:solidFill>
                  <a:schemeClr val="bg1"/>
                </a:solidFill>
              </a:rPr>
              <a:t>, </a:t>
            </a:r>
            <a:r>
              <a:rPr lang="fr-FR" sz="2200" dirty="0" err="1">
                <a:solidFill>
                  <a:schemeClr val="bg1"/>
                </a:solidFill>
              </a:rPr>
              <a:t>Sequelize</a:t>
            </a:r>
            <a:endParaRPr lang="fr-FR" sz="2200" dirty="0">
              <a:solidFill>
                <a:schemeClr val="bg1"/>
              </a:solidFill>
            </a:endParaRPr>
          </a:p>
        </p:txBody>
      </p:sp>
      <p:sp>
        <p:nvSpPr>
          <p:cNvPr id="14" name="Rectangle 13">
            <a:extLst>
              <a:ext uri="{FF2B5EF4-FFF2-40B4-BE49-F238E27FC236}">
                <a16:creationId xmlns:a16="http://schemas.microsoft.com/office/drawing/2014/main" id="{52467CA7-F767-4582-9BB7-0B1AF75DF7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76310" y="320040"/>
            <a:ext cx="6894576" cy="6217920"/>
          </a:xfrm>
          <a:prstGeom prst="rect">
            <a:avLst/>
          </a:prstGeom>
          <a:noFill/>
          <a:ln w="15875" cap="flat">
            <a:solidFill>
              <a:schemeClr val="accent1"/>
            </a:solidFill>
            <a:miter lim="800000"/>
          </a:ln>
          <a:effectLst/>
        </p:spPr>
        <p:style>
          <a:lnRef idx="1">
            <a:schemeClr val="accent1"/>
          </a:lnRef>
          <a:fillRef idx="3">
            <a:schemeClr val="accent1"/>
          </a:fillRef>
          <a:effectRef idx="2">
            <a:schemeClr val="accent1"/>
          </a:effectRef>
          <a:fontRef idx="minor">
            <a:schemeClr val="lt1"/>
          </a:fontRef>
        </p:style>
      </p:sp>
      <p:pic>
        <p:nvPicPr>
          <p:cNvPr id="5" name="Image 4" descr="Une image contenant dessin, fenêtre&#10;&#10;Description générée automatiquement">
            <a:extLst>
              <a:ext uri="{FF2B5EF4-FFF2-40B4-BE49-F238E27FC236}">
                <a16:creationId xmlns:a16="http://schemas.microsoft.com/office/drawing/2014/main" id="{7AEDA15C-056B-4966-B371-142BF38446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0411" y="1210884"/>
            <a:ext cx="2274000" cy="1606960"/>
          </a:xfrm>
          <a:prstGeom prst="rect">
            <a:avLst/>
          </a:prstGeom>
        </p:spPr>
      </p:pic>
      <p:pic>
        <p:nvPicPr>
          <p:cNvPr id="7" name="Image 6">
            <a:extLst>
              <a:ext uri="{FF2B5EF4-FFF2-40B4-BE49-F238E27FC236}">
                <a16:creationId xmlns:a16="http://schemas.microsoft.com/office/drawing/2014/main" id="{4EAF0DAF-FD7F-4406-BAC3-3D0F8936AD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55812" y="4682788"/>
            <a:ext cx="2286000" cy="1285875"/>
          </a:xfrm>
          <a:prstGeom prst="rect">
            <a:avLst/>
          </a:prstGeom>
        </p:spPr>
      </p:pic>
      <p:pic>
        <p:nvPicPr>
          <p:cNvPr id="11" name="Image 10" descr="Une image contenant horloge, table&#10;&#10;Description générée automatiquement">
            <a:extLst>
              <a:ext uri="{FF2B5EF4-FFF2-40B4-BE49-F238E27FC236}">
                <a16:creationId xmlns:a16="http://schemas.microsoft.com/office/drawing/2014/main" id="{3C696BDA-5707-445A-A0E7-B9F48633AF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57411" y="4007455"/>
            <a:ext cx="1992417" cy="1639661"/>
          </a:xfrm>
          <a:prstGeom prst="rect">
            <a:avLst/>
          </a:prstGeom>
        </p:spPr>
      </p:pic>
    </p:spTree>
    <p:extLst>
      <p:ext uri="{BB962C8B-B14F-4D97-AF65-F5344CB8AC3E}">
        <p14:creationId xmlns:p14="http://schemas.microsoft.com/office/powerpoint/2010/main" val="1813447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E97311-9963-4BA4-BA24-B283F6EF0C98}"/>
              </a:ext>
            </a:extLst>
          </p:cNvPr>
          <p:cNvSpPr>
            <a:spLocks noGrp="1"/>
          </p:cNvSpPr>
          <p:nvPr>
            <p:ph type="title"/>
          </p:nvPr>
        </p:nvSpPr>
        <p:spPr/>
        <p:txBody>
          <a:bodyPr/>
          <a:lstStyle/>
          <a:p>
            <a:r>
              <a:rPr lang="fr-FR" dirty="0"/>
              <a:t>Problèmes rencontrés</a:t>
            </a:r>
          </a:p>
        </p:txBody>
      </p:sp>
      <p:sp>
        <p:nvSpPr>
          <p:cNvPr id="3" name="Espace réservé du contenu 2">
            <a:extLst>
              <a:ext uri="{FF2B5EF4-FFF2-40B4-BE49-F238E27FC236}">
                <a16:creationId xmlns:a16="http://schemas.microsoft.com/office/drawing/2014/main" id="{36E8EAAA-0DDD-445C-BC56-B32368F15979}"/>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3834119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90C54542-117E-4A7A-AE6A-9F761A5CC580}"/>
              </a:ext>
            </a:extLst>
          </p:cNvPr>
          <p:cNvSpPr>
            <a:spLocks noGrp="1"/>
          </p:cNvSpPr>
          <p:nvPr>
            <p:ph type="ctrTitle"/>
          </p:nvPr>
        </p:nvSpPr>
        <p:spPr/>
        <p:txBody>
          <a:bodyPr/>
          <a:lstStyle/>
          <a:p>
            <a:r>
              <a:rPr lang="fr-FR" dirty="0"/>
              <a:t>Démonstration</a:t>
            </a:r>
          </a:p>
        </p:txBody>
      </p:sp>
      <p:sp>
        <p:nvSpPr>
          <p:cNvPr id="5" name="Sous-titre 4">
            <a:extLst>
              <a:ext uri="{FF2B5EF4-FFF2-40B4-BE49-F238E27FC236}">
                <a16:creationId xmlns:a16="http://schemas.microsoft.com/office/drawing/2014/main" id="{6E437E83-0C97-4497-A8C4-495E498744DE}"/>
              </a:ext>
            </a:extLst>
          </p:cNvPr>
          <p:cNvSpPr>
            <a:spLocks noGrp="1"/>
          </p:cNvSpPr>
          <p:nvPr>
            <p:ph type="subTitle" idx="1"/>
          </p:nvPr>
        </p:nvSpPr>
        <p:spPr/>
        <p:txBody>
          <a:bodyPr/>
          <a:lstStyle/>
          <a:p>
            <a:r>
              <a:rPr lang="fr-FR" dirty="0"/>
              <a:t>Merci de vôtre écoute …</a:t>
            </a:r>
          </a:p>
        </p:txBody>
      </p:sp>
    </p:spTree>
    <p:extLst>
      <p:ext uri="{BB962C8B-B14F-4D97-AF65-F5344CB8AC3E}">
        <p14:creationId xmlns:p14="http://schemas.microsoft.com/office/powerpoint/2010/main" val="309456653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que">
  <a:themeElements>
    <a:clrScheme name="Organique">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que">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que">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otalTime>22</TotalTime>
  <Words>84</Words>
  <Application>Microsoft Office PowerPoint</Application>
  <PresentationFormat>Grand écran</PresentationFormat>
  <Paragraphs>15</Paragraphs>
  <Slides>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vt:i4>
      </vt:variant>
    </vt:vector>
  </HeadingPairs>
  <TitlesOfParts>
    <vt:vector size="9" baseType="lpstr">
      <vt:lpstr>Arial</vt:lpstr>
      <vt:lpstr>Garamond</vt:lpstr>
      <vt:lpstr>Organique</vt:lpstr>
      <vt:lpstr>Projet ORM/API</vt:lpstr>
      <vt:lpstr>Sommaire</vt:lpstr>
      <vt:lpstr>Description du projet</vt:lpstr>
      <vt:lpstr>Technos employées</vt:lpstr>
      <vt:lpstr>Problèmes rencontrés</vt:lpstr>
      <vt:lpstr>Démonstration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Mathieu Chambaud</dc:creator>
  <cp:lastModifiedBy>Mathieu Chambaud</cp:lastModifiedBy>
  <cp:revision>3</cp:revision>
  <dcterms:created xsi:type="dcterms:W3CDTF">2020-05-04T07:57:09Z</dcterms:created>
  <dcterms:modified xsi:type="dcterms:W3CDTF">2020-05-04T08:20:08Z</dcterms:modified>
</cp:coreProperties>
</file>